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4754880" cy="502920"/>
          </a:xfrm>
          <a:prstGeom prst="roundRect">
            <a:avLst>
              <a:gd name="adj" fmla="val 49091"/>
            </a:avLst>
          </a:prstGeom>
          <a:solidFill>
            <a:srgbClr val="F2F8EE"/>
          </a:solidFill>
          <a:ln w="19050">
            <a:solidFill>
              <a:srgbClr val="55A63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D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ONDERZOEKSSAMENVATTING · VOOR AI &amp; PARTNERS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voor het Nederlandse MKB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achtmaands haalbaarheidsonderzoek naar AI-agents die zelfstandig taken uitvoeren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projectmanagement en marketing: markt, juridisch, technisch en internationaal.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6583680" cy="1417320"/>
          </a:xfrm>
          <a:prstGeom prst="roundRect">
            <a:avLst>
              <a:gd name="adj" fmla="val 774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93192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– december 2026 · project MIT-28436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Hoofdonderzoeker: Sami Loukile · sami@inclufy.com · 06 39456320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Resultaten in december in een vrij toegankelijke whitepaper</a:t>
            </a:r>
            <a:endParaRPr lang="en-US" sz="1400" dirty="0"/>
          </a:p>
        </p:txBody>
      </p:sp>
      <p:pic>
        <p:nvPicPr>
          <p:cNvPr id="8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3886200"/>
            <a:ext cx="2377440" cy="12252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onderzoek in één oogopslag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centrale vraag bepaalt wat Inclufy hierna doet</a:t>
            </a:r>
            <a:endParaRPr lang="en-US" sz="1400" dirty="0"/>
          </a:p>
        </p:txBody>
      </p:sp>
      <p:pic>
        <p:nvPicPr>
          <p:cNvPr id="4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23444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17320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F2F8EE"/>
          </a:solidFill>
          <a:ln w="12700">
            <a:solidFill>
              <a:srgbClr val="55A63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36192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er bij het Nederlandse MKB voldoende behoefte aan en betalingsbereidheid voor AI-agents die zelfstandig taken uitvoeren in projectmanagement en marketing, en zo ja: in welke sectoren, tegen welk prijsmodel, onder welke juridische voorwaarden?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301752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324612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114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diepte-interviews met MKB-beslissers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55848" y="301752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55848" y="324612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3538728" y="4114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survey-respondenten, incl. Van Westendorp-prijsanalyse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08776" y="301752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08776" y="324612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4114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MKB-testbedrijven voor conceptvalidatie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061704" y="3017520"/>
            <a:ext cx="2670048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6E5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61704" y="3246120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9244584" y="4114800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onafhankelijke technische benchmark (MAPE &lt; 20%)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55778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Uitkomst: een publieke whitepaper (december) en een eindrapport met go/no-go-advies over marktintroductie.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Haalbaarheidsonderzoek Agentic AI voor het MKB · Inclufy · oktober 2026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6473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onderzoekslijnen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Marktbewijs voorop; juridisch, technisch en internationaal ernaast</a:t>
            </a:r>
            <a:endParaRPr lang="en-US" sz="1400" dirty="0"/>
          </a:p>
        </p:txBody>
      </p:sp>
      <p:pic>
        <p:nvPicPr>
          <p:cNvPr id="4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23444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737360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5A63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13232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554480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1554480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Behoefte, acceptatiedrempels, betalingsbereidheid, sectorprioritering, concurrentielandschap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1554480"/>
            <a:ext cx="2697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interviews + survey n=100+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2633472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90779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5A63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2724912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Juridisch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337560" y="2724912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Act-classificatie van agentic AI, aansprakelijkheid bij autonome besluiten, AVG- en reclameregels, contractuele kaders, governance-behoeften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2724912"/>
            <a:ext cx="2697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juridische onderzoekers + externe juridische review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803904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078224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5A63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13232" y="40782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895344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337560" y="3895344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op beperkte MKB-datasets; benchmark: 90-dagen cashflowvoorspelling, MAPE &lt; 20%, reproduceerbaar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3895344"/>
            <a:ext cx="2697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Onafhankelijke externe ML-specialist (48 uur)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4974336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5248656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5A63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13232" y="52486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5065776"/>
            <a:ext cx="1828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Internationaal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337560" y="5065776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Sectorvergelijking en marktverkenning Marokko &amp; VAE als input voor go-to-market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5065776"/>
            <a:ext cx="2697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research + max. 5 online interviews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Haalbaarheidsonderzoek Agentic AI voor het MKB · Inclufy · oktober 2026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0" y="6473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van zaken en tijdlijn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Halverwege: veldwerk versnelt, harde mijlpalen in zicht</a:t>
            </a:r>
            <a:endParaRPr lang="en-US" sz="1400" dirty="0"/>
          </a:p>
        </p:txBody>
      </p:sp>
      <p:pic>
        <p:nvPicPr>
          <p:cNvPr id="4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23444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2011680" cy="1042416"/>
          </a:xfrm>
          <a:prstGeom prst="roundRect">
            <a:avLst>
              <a:gd name="adj" fmla="val 8772"/>
            </a:avLst>
          </a:prstGeom>
          <a:solidFill>
            <a:srgbClr val="55A63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463040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Gedaan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697480" y="1463040"/>
            <a:ext cx="90068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26080" y="1536192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Onderzoeksprotocol en interviewguides · 6 van 30 interviews afgerond · juridische desk research loopt · governance-vragenblok (gebaseerd op de modulestructuur van AI &amp; Partners) opgenomen in de guides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633472"/>
            <a:ext cx="2011680" cy="1042416"/>
          </a:xfrm>
          <a:prstGeom prst="roundRect">
            <a:avLst>
              <a:gd name="adj" fmla="val 8772"/>
            </a:avLst>
          </a:prstGeom>
          <a:solidFill>
            <a:srgbClr val="001F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633472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Oktober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2697480" y="2633472"/>
            <a:ext cx="9006840" cy="1042416"/>
          </a:xfrm>
          <a:prstGeom prst="roundRect">
            <a:avLst>
              <a:gd name="adj" fmla="val 877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2706624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Resterende interviews · selectie onafhankelijke ML-specialist (offertes uiterlijk 13 okt) · whitepaper-opzet (31 okt)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803904"/>
            <a:ext cx="2011680" cy="1042416"/>
          </a:xfrm>
          <a:prstGeom prst="roundRect">
            <a:avLst>
              <a:gd name="adj" fmla="val 8772"/>
            </a:avLst>
          </a:prstGeom>
          <a:solidFill>
            <a:srgbClr val="001F3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3803904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697480" y="3803904"/>
            <a:ext cx="900684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26080" y="3877056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Survey-analyse · technische PoC en MAPE-benchmark · conceptvalidatie bij 5 testbedrijven; harde mijlpaal 30 nov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2011680" cy="1042416"/>
          </a:xfrm>
          <a:prstGeom prst="roundRect">
            <a:avLst>
              <a:gd name="adj" fmla="val 8772"/>
            </a:avLst>
          </a:prstGeom>
          <a:solidFill>
            <a:srgbClr val="55A63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4974336"/>
            <a:ext cx="2011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2697480" y="4974336"/>
            <a:ext cx="9006840" cy="1042416"/>
          </a:xfrm>
          <a:prstGeom prst="roundRect">
            <a:avLst>
              <a:gd name="adj" fmla="val 877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26080" y="5047488"/>
            <a:ext cx="854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 definitief en gepubliceerd (15 dec) · eindrapport met go/no-go-advies (31 dec)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Haalbaarheidsonderzoek Agentic AI voor het MKB · Inclufy · oktober 2026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6473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onderzoek oplevert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Publieke kennis, een beslisdocument en input voor het onderwijs</a:t>
            </a:r>
            <a:endParaRPr lang="en-US" sz="1400" dirty="0"/>
          </a:p>
        </p:txBody>
      </p:sp>
      <p:pic>
        <p:nvPicPr>
          <p:cNvPr id="4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23444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11201400" cy="1426464"/>
          </a:xfrm>
          <a:prstGeom prst="roundRect">
            <a:avLst>
              <a:gd name="adj" fmla="val 6410"/>
            </a:avLst>
          </a:prstGeom>
          <a:solidFill>
            <a:srgbClr val="F2F8EE"/>
          </a:solidFill>
          <a:ln w="19050">
            <a:solidFill>
              <a:srgbClr val="55A63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727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Whitepaper: "Juridische kaders voor agentic AI in het MKB"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±15-25 pagina’s, Nederlandstalig, vrij toegankelijk, december 2026. AI Act-classificatie, aansprakelijkheid, AVG-compliance, contractuele kaders, praktijkbevindingen uit 30 interviews, aanbevelingen voor MKB-ondernemers en productontwerp. Verspreiding via House of Digital, ROC van Amsterdam | Flevoland en partnernetwerken.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035808"/>
            <a:ext cx="11201400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14553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Eindrapport met go/no-go-advies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38728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Integreert de markt-, juridische, technische en internationale deelrapporten; de basis voor Inclufy’s besluit over marktintroductie.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4608576"/>
            <a:ext cx="11201400" cy="1426464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718304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Governance-inzichten voor het onderwijs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5111496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Geanonimiseerde, gebundelde interviewbevindingen die de governance-lesmodule van ROC / House of Digital voeden, gebouwd op de modulestructuur van AI &amp; Partners.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Haalbaarheidsonderzoek Agentic AI voor het MKB · Inclufy · oktober 2026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6473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AI &amp; Partners kan bijdragen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rollen: drie op kennisdeling, één via de offerteprocedure</a:t>
            </a:r>
            <a:endParaRPr lang="en-US" sz="1400" dirty="0"/>
          </a:p>
        </p:txBody>
      </p:sp>
      <p:pic>
        <p:nvPicPr>
          <p:cNvPr id="4" name="Image 0" descr="inclufy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65760"/>
            <a:ext cx="123444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63040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36192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Juridisch klankbord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536192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van de juridische onderzoeksnotities (okt) en het whitepaper-concept (dec)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1536192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Kennisdeling · naamsvermelding in de whitepaper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633472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7066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governance-vragenblok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2706624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reviewronde vóór de interviewronde start (medio oktober)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2706624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Wederzijds belang: gebouwd op jullie modulestructuur; geanonimiseerde bevindingen voeden jullie module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803904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877056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Expertinterview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3877056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interview over de AI Act-praktijk voor het MKB, als expertbron naast de 30 MKB-interviews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3877056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citaatcontrole vóór publicatie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974336"/>
            <a:ext cx="11201400" cy="1042416"/>
          </a:xfrm>
          <a:prstGeom prst="roundRect">
            <a:avLst>
              <a:gd name="adj" fmla="val 8772"/>
            </a:avLst>
          </a:prstGeom>
          <a:solidFill>
            <a:srgbClr val="F2F8EE"/>
          </a:solidFill>
          <a:ln w="12700">
            <a:solidFill>
              <a:srgbClr val="D6E5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04748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Onafhankelijke ML-specialist (kandidaat)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5047488"/>
            <a:ext cx="4480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van 48 uur: transfer-learning-PoC + MAPE-benchmark + haalbaarheidsrapport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5047488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 offerteprocedure · offerteverzoek beschikbaar · deadline 13 oktober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Haalbaarheidsonderzoek Agentic AI voor het MKB · Inclufy · oktober 2026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64739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35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mogelijk gemaakt door een subsidie van de provincie Flevoland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Spelregels en vervolgstappen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A33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581912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Onafhankelijkheid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581912"/>
            <a:ext cx="7863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Onderzoeksopzet, analyse en conclusies blijven bij Inclufy. De ML-opdracht wordt gegund via een gedocumenteerde offerteprocedure, een voorwaarde van de subsidie.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A33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724912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724912"/>
            <a:ext cx="7863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Interviewdata wordt uitsluitend geanonimiseerd en gebundeld gedeeld: nooit transcripten, namen of herleidbare bedrijfsinformatie.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A33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867912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Afbakening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867912"/>
            <a:ext cx="7863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onafhankelijke technische toets betreft het concept en de aanpak (transfer learning, meetprotocol); geen beoordeling van de eigen applicatie van Inclufy.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937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A33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5010912"/>
            <a:ext cx="21031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A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Vervolgstappen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5010912"/>
            <a:ext cx="7863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Offerteverzoek + werkplanning + meetprotocol vandaag per e-mail · offertes uiterlijk 13 oktober · reviewronde vragenblok deze week · bevestiging klankbordrol per e-mail.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Loukile · sami@inclufy.com · 06 39456320 · Mede mogelijk gemaakt door een subsidie van de provincie Flevoland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2026-10-06T09:07:58Z</dcterms:created>
  <dcterms:modified xsi:type="dcterms:W3CDTF">2026-10-06T09:07:58Z</dcterms:modified>
</cp:coreProperties>
</file>