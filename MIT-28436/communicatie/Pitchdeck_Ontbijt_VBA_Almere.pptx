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378440" y="411480"/>
            <a:ext cx="1325880" cy="1133856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822960" y="685800"/>
            <a:ext cx="3749040" cy="502920"/>
          </a:xfrm>
          <a:prstGeom prst="roundRect">
            <a:avLst>
              <a:gd name="adj" fmla="val 49091"/>
            </a:avLst>
          </a:prstGeom>
          <a:solidFill>
            <a:srgbClr val="F2F8EE"/>
          </a:solidFill>
          <a:ln w="19050">
            <a:solidFill>
              <a:srgbClr val="55A631"/>
            </a:solidFill>
            <a:prstDash val="solid"/>
          </a:ln>
        </p:spPr>
      </p:sp>
      <p:sp>
        <p:nvSpPr>
          <p:cNvPr id="4" name="Text 1"/>
          <p:cNvSpPr txBox="1"/>
          <p:nvPr/>
        </p:nvSpPr>
        <p:spPr>
          <a:xfrm>
            <a:off x="822960" y="685800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spc="200" kern="0" dirty="0">
                <a:solidFill>
                  <a:srgbClr val="3D7A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ONDERZOEK · AI IN HET MKB</a:t>
            </a:r>
            <a:endParaRPr lang="en-US" sz="14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1737360"/>
            <a:ext cx="105156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zou jij een AI-agent zelfstandig laten doen in je bedrijf?</a:t>
            </a:r>
            <a:endParaRPr lang="en-US" sz="44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33832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wat juist nooit?</a:t>
            </a:r>
            <a:endParaRPr lang="en-US" sz="4400" dirty="0"/>
          </a:p>
        </p:txBody>
      </p:sp>
      <p:sp>
        <p:nvSpPr>
          <p:cNvPr id="7" name="Text 4"/>
          <p:cNvSpPr txBox="1"/>
          <p:nvPr/>
        </p:nvSpPr>
        <p:spPr>
          <a:xfrm>
            <a:off x="822960" y="466344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 Loukile · Inclufy, Almere · onderzoek in samenwerking met de provincie Flevoland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257800"/>
            <a:ext cx="10424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die niet alleen adviseert, maar zelfstandig taken uitvoert: planning, cashflow, marketing. Werkt dat ook voor een bedrijf van vijf of vijftig mensen? Dat onderzoeken we, en daar hebben we jullie voor nodig.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inclufy_log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607040" y="365760"/>
            <a:ext cx="1097280" cy="941832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502920" y="3657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 we doen, en wat jij ervoor terugkrijgt</a:t>
            </a:r>
            <a:endParaRPr lang="en-US" sz="3000" dirty="0"/>
          </a:p>
        </p:txBody>
      </p:sp>
      <p:sp>
        <p:nvSpPr>
          <p:cNvPr id="4" name="Shape 1"/>
          <p:cNvSpPr/>
          <p:nvPr/>
        </p:nvSpPr>
        <p:spPr>
          <a:xfrm>
            <a:off x="502920" y="137160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502920" y="155448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4000" dirty="0"/>
          </a:p>
        </p:txBody>
      </p:sp>
      <p:sp>
        <p:nvSpPr>
          <p:cNvPr id="6" name="Text 3"/>
          <p:cNvSpPr txBox="1"/>
          <p:nvPr/>
        </p:nvSpPr>
        <p:spPr>
          <a:xfrm>
            <a:off x="685800" y="242316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diepte-interviews met ondernemers, projectmanagers en marketeers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355848" y="137160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3355848" y="155448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3538728" y="242316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enquête-respondenten over behoefte en betalingsbereidheid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208776" y="137160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208776" y="155448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4000" dirty="0"/>
          </a:p>
        </p:txBody>
      </p:sp>
      <p:sp>
        <p:nvSpPr>
          <p:cNvPr id="12" name="Text 9"/>
          <p:cNvSpPr txBox="1"/>
          <p:nvPr/>
        </p:nvSpPr>
        <p:spPr>
          <a:xfrm>
            <a:off x="6391656" y="242316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onafhankelijke ML-specialist toetst de techniek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9061704" y="1371600"/>
            <a:ext cx="2670048" cy="2148840"/>
          </a:xfrm>
          <a:prstGeom prst="roundRect">
            <a:avLst>
              <a:gd name="adj" fmla="val 4255"/>
            </a:avLst>
          </a:prstGeom>
          <a:solidFill>
            <a:srgbClr val="FFFFFF"/>
          </a:solidFill>
          <a:ln w="15875">
            <a:solidFill>
              <a:srgbClr val="D6E5C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9061704" y="1554480"/>
            <a:ext cx="267004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000" dirty="0"/>
          </a:p>
        </p:txBody>
      </p:sp>
      <p:sp>
        <p:nvSpPr>
          <p:cNvPr id="15" name="Text 12"/>
          <p:cNvSpPr txBox="1"/>
          <p:nvPr/>
        </p:nvSpPr>
        <p:spPr>
          <a:xfrm>
            <a:off x="9244584" y="2423160"/>
            <a:ext cx="230428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testbedrijven houden concepten tegen hun eigen praktijk</a:t>
            </a:r>
            <a:endParaRPr lang="en-US" sz="1250" dirty="0"/>
          </a:p>
        </p:txBody>
      </p:sp>
      <p:sp>
        <p:nvSpPr>
          <p:cNvPr id="16" name="Shape 13"/>
          <p:cNvSpPr/>
          <p:nvPr/>
        </p:nvSpPr>
        <p:spPr>
          <a:xfrm>
            <a:off x="502920" y="3886200"/>
            <a:ext cx="11201400" cy="1463040"/>
          </a:xfrm>
          <a:prstGeom prst="roundRect">
            <a:avLst>
              <a:gd name="adj" fmla="val 6250"/>
            </a:avLst>
          </a:prstGeom>
          <a:solidFill>
            <a:srgbClr val="F2F8EE"/>
          </a:solidFill>
          <a:ln w="19050">
            <a:solidFill>
              <a:srgbClr val="55A631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777240" y="4069080"/>
            <a:ext cx="1065276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resultaat, in december, gratis voor iedereen: </a:t>
            </a:r>
            <a:pPr indent="0" marL="0">
              <a:buNone/>
            </a:pPr>
            <a:r>
              <a:rPr lang="en-US" sz="1600" dirty="0">
                <a:solidFill>
                  <a:srgbClr val="001F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whitepaper "Juridische kaders voor agentic AI in het MKB" – wat mag er, wat moet er, en wat heb je nodig om AI verantwoord zelfstandig te laten werken. Geschreven voor ondernemers, niet voor juristen.</a:t>
            </a:r>
            <a:endParaRPr lang="en-US" sz="1600" dirty="0"/>
          </a:p>
        </p:txBody>
      </p:sp>
      <p:sp>
        <p:nvSpPr>
          <p:cNvPr id="18" name="Text 15"/>
          <p:cNvSpPr txBox="1"/>
          <p:nvPr/>
        </p:nvSpPr>
        <p:spPr>
          <a:xfrm>
            <a:off x="502920" y="5577840"/>
            <a:ext cx="11201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Juridisch spoor: wat zegt de AI Act, de AVG en het reclamerecht · internationaal spoor: wat leren andere markten ons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502920" y="6446520"/>
            <a:ext cx="11201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352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Mede mogelijk gemaakt door een subsidie van de provincie Flevoland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1F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50292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 vandaag mee</a:t>
            </a:r>
            <a:endParaRPr lang="en-US" sz="4000" dirty="0"/>
          </a:p>
        </p:txBody>
      </p:sp>
      <p:pic>
        <p:nvPicPr>
          <p:cNvPr id="3" name="Image 0" descr="QR_inclufy_ai-onderzoe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1645920"/>
            <a:ext cx="3291840" cy="329184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507492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inclufy.com/ai-onderzoek</a:t>
            </a:r>
            <a:endParaRPr lang="en-US" sz="2000" dirty="0"/>
          </a:p>
        </p:txBody>
      </p:sp>
      <p:sp>
        <p:nvSpPr>
          <p:cNvPr id="5" name="Shape 2"/>
          <p:cNvSpPr/>
          <p:nvPr/>
        </p:nvSpPr>
        <p:spPr>
          <a:xfrm>
            <a:off x="4663440" y="1645920"/>
            <a:ext cx="6675120" cy="1170432"/>
          </a:xfrm>
          <a:prstGeom prst="roundRect">
            <a:avLst>
              <a:gd name="adj" fmla="val 7813"/>
            </a:avLst>
          </a:prstGeom>
          <a:solidFill>
            <a:srgbClr val="0A3355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4937760" y="173736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de QR en vul de enquête in</a:t>
            </a:r>
            <a:endParaRPr lang="en-US" sz="1700" dirty="0"/>
          </a:p>
        </p:txBody>
      </p:sp>
      <p:sp>
        <p:nvSpPr>
          <p:cNvPr id="7" name="Text 4"/>
          <p:cNvSpPr txBox="1"/>
          <p:nvPr/>
        </p:nvSpPr>
        <p:spPr>
          <a:xfrm>
            <a:off x="4937760" y="214884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Tien vragen, een paar minuten. Iedereen die invult, ontvangt de whitepaper als eerste.</a:t>
            </a:r>
            <a:endParaRPr lang="en-US" sz="1300" dirty="0"/>
          </a:p>
        </p:txBody>
      </p:sp>
      <p:sp>
        <p:nvSpPr>
          <p:cNvPr id="8" name="Shape 5"/>
          <p:cNvSpPr/>
          <p:nvPr/>
        </p:nvSpPr>
        <p:spPr>
          <a:xfrm>
            <a:off x="4663440" y="2971800"/>
            <a:ext cx="6675120" cy="1170432"/>
          </a:xfrm>
          <a:prstGeom prst="roundRect">
            <a:avLst>
              <a:gd name="adj" fmla="val 7813"/>
            </a:avLst>
          </a:prstGeom>
          <a:solidFill>
            <a:srgbClr val="0A3355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937760" y="306324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praat een half uur écht mee</a:t>
            </a:r>
            <a:endParaRPr lang="en-US" sz="1700" dirty="0"/>
          </a:p>
        </p:txBody>
      </p:sp>
      <p:sp>
        <p:nvSpPr>
          <p:cNvPr id="10" name="Text 7"/>
          <p:cNvSpPr txBox="1"/>
          <p:nvPr/>
        </p:nvSpPr>
        <p:spPr>
          <a:xfrm>
            <a:off x="4937760" y="347472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interview, online of bij jou op locatie, gepland rond jouw agenda. Vink het aan in de enquête of spreek me zo aan.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4663440" y="4297680"/>
            <a:ext cx="6675120" cy="1170432"/>
          </a:xfrm>
          <a:prstGeom prst="roundRect">
            <a:avLst>
              <a:gd name="adj" fmla="val 7813"/>
            </a:avLst>
          </a:prstGeom>
          <a:solidFill>
            <a:srgbClr val="0A3355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4937760" y="4389120"/>
            <a:ext cx="6217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55A6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Ook als je niets met AI doet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4937760" y="4800600"/>
            <a:ext cx="62179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E8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Juist dan tellen je antwoorden mee – we onderzoeken het MKB zoals het is, niet zoals het hoort te zijn.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62636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9FC5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 Loukile · sami@inclufy.com · 06 39456320 · Mede mogelijk gemaakt door een subsidie van de provincie Flevoland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2026-10-19T13:45:22Z</dcterms:created>
  <dcterms:modified xsi:type="dcterms:W3CDTF">2026-10-19T13:45:22Z</dcterms:modified>
</cp:coreProperties>
</file>