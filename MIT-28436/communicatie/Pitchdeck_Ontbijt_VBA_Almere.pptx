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11480"/>
            <a:ext cx="1325880" cy="1133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685800"/>
            <a:ext cx="3749040" cy="502920"/>
          </a:xfrm>
          <a:prstGeom prst="roundRect">
            <a:avLst>
              <a:gd name="adj" fmla="val 49091"/>
            </a:avLst>
          </a:prstGeom>
          <a:solidFill>
            <a:srgbClr val="F2F8EE"/>
          </a:solidFill>
          <a:ln w="19050">
            <a:solidFill>
              <a:srgbClr val="55A63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22960" y="685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3D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ONDERZOEK · AI IN HET MKB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373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zou jij een AI-agent zelfstandig laten doen in je bedrijf?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wat juist nooit?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Loukile · Inclufy, Almere · onderzoek in samenwerking met de provincie Flevoland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die niet alleen adviseert, maar zelfstandig taken uitvoert: planning, cashflow, marketing. Werkt dat ook voor een bedrijf van vijf of vijftig mensen? Dat onderzoeken we, en daar hebben we jullie voor nodig.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65760"/>
            <a:ext cx="1097280" cy="9418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65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doen, en wat jij ervoor terugkrijgt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13716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55448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2316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diepte-interviews met ondernemers, projectmanagers en marketeers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55848" y="155448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42316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enquête-respondenten over behoefte en betalingsbereidheid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08776" y="13716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08776" y="155448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391656" y="242316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onafhankelijke ML-specialist toetst de techniek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061704" y="1371600"/>
            <a:ext cx="267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61704" y="155448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244584" y="242316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testbedrijven houden concepten tegen hun eigen praktijk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3886200"/>
            <a:ext cx="11201400" cy="1463040"/>
          </a:xfrm>
          <a:prstGeom prst="roundRect">
            <a:avLst>
              <a:gd name="adj" fmla="val 6250"/>
            </a:avLst>
          </a:prstGeom>
          <a:solidFill>
            <a:srgbClr val="F2F8EE"/>
          </a:solidFill>
          <a:ln w="19050">
            <a:solidFill>
              <a:srgbClr val="55A63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069080"/>
            <a:ext cx="10652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resultaat, in december, gratis voor iedereen: </a:t>
            </a:r>
            <a:pPr indent="0" marL="0">
              <a:buNone/>
            </a:pPr>
            <a:r>
              <a:rPr lang="en-US" sz="160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whitepaper "Juridische kaders voor agentic AI in het MKB" – wat mag er, wat moet er, en wat heb je nodig om AI verantwoord zelfstandig te laten werken. Geschreven voor ondernemers, niet voor juristen.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55778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Juridisch spoor: wat zegt de AI Act, de AVG en het reclamerecht · internationaal spoor: wat leren andere markten ons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4465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mogelijk gemaakt door een subsidie van de provincie Flevoland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vandaag mee</a:t>
            </a:r>
            <a:endParaRPr lang="en-US" sz="4000" dirty="0"/>
          </a:p>
        </p:txBody>
      </p:sp>
      <p:pic>
        <p:nvPicPr>
          <p:cNvPr id="3" name="Image 0" descr="QR_inclufy_ai-onderzo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29184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074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inclufy.com/ai-onderzoek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663440" y="1645920"/>
            <a:ext cx="6675120" cy="1170432"/>
          </a:xfrm>
          <a:prstGeom prst="roundRect">
            <a:avLst>
              <a:gd name="adj" fmla="val 7813"/>
            </a:avLst>
          </a:prstGeom>
          <a:solidFill>
            <a:srgbClr val="0A335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937760" y="1737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QR en vul de enquête in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21488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vragen, een paar minuten. Iedereen die invult, ontvangt de whitepaper als eerste.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2971800"/>
            <a:ext cx="6675120" cy="1170432"/>
          </a:xfrm>
          <a:prstGeom prst="roundRect">
            <a:avLst>
              <a:gd name="adj" fmla="val 7813"/>
            </a:avLst>
          </a:prstGeom>
          <a:solidFill>
            <a:srgbClr val="0A335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37760" y="30632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praat een half uur écht mee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34747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interview, online of bij jou op locatie, gepland rond jouw agenda. Vink het aan in de enquête of spreek me zo aan.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4297680"/>
            <a:ext cx="6675120" cy="1170432"/>
          </a:xfrm>
          <a:prstGeom prst="roundRect">
            <a:avLst>
              <a:gd name="adj" fmla="val 7813"/>
            </a:avLst>
          </a:prstGeom>
          <a:solidFill>
            <a:srgbClr val="0A335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37760" y="4389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als je niets met AI doet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48006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 dan tellen je antwoorden mee – we onderzoeken het MKB zoals het is, niet zoals het hoort te zijn.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Loukile · sami@inclufy.com · 06 39456320 · Mede mogelijk gemaakt door een subsidie van de provincie Flevoland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2026-10-19T13:51:38Z</dcterms:created>
  <dcterms:modified xsi:type="dcterms:W3CDTF">2026-10-19T13:51:38Z</dcterms:modified>
</cp:coreProperties>
</file>